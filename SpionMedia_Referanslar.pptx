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4572000"/>
          </a:xfrm>
          <a:prstGeom prst="ellipse">
            <a:avLst/>
          </a:prstGeom>
          <a:solidFill>
            <a:srgbClr val="2A2A20">
              <a:alpha val="70000"/>
            </a:srgbClr>
          </a:solidFill>
          <a:ln w="12700">
            <a:solidFill>
              <a:srgbClr val="2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REFERANSLARIMIZ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İŞBİRLİKLERİMİZ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5C518"/>
                </a:solidFill>
              </a:rPr>
              <a:t>GERÇEK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 MARKALAR 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F5C518"/>
                </a:solidFill>
              </a:rPr>
              <a:t>GERÇEK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 SONUÇLAR 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F5C518"/>
                </a:solidFill>
              </a:rPr>
              <a:t>GERÇEK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 KAZANÇLAR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02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</a:rPr>
              <a:t>MARKAMIZ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795528"/>
            <a:ext cx="1371600" cy="0"/>
          </a:xfrm>
          <a:prstGeom prst="line">
            <a:avLst/>
          </a:prstGeom>
          <a:noFill/>
          <a:ln w="19050">
            <a:solidFill>
              <a:srgbClr val="E85C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TrueLab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" cy="347472"/>
          </a:xfrm>
          <a:prstGeom prst="rect">
            <a:avLst/>
          </a:prstGeom>
          <a:solidFill>
            <a:srgbClr val="E85C0D"/>
          </a:solidFill>
          <a:ln w="12700">
            <a:solidFill>
              <a:srgbClr val="E85C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Kategori: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Sağlıklı Atıştırmalıklar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C0D"/>
                </a:solidFill>
              </a:rPr>
              <a:t>IG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@truelabsnacks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978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C0D"/>
                </a:solidFill>
              </a:rPr>
              <a:t>WEB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www.truelabsnacks.com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E85C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C0D"/>
                </a:solidFill>
              </a:rPr>
              <a:t>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Topluluk Odaklı Strateji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3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E85C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C0D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Kaliteli İçerik Üretimi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49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E85C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C0D"/>
                </a:solidFill>
              </a:rPr>
              <a:t>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Doğru Hedef Kitle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35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E85C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C0D"/>
                </a:solidFill>
              </a:rPr>
              <a:t>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Maddi Kazanca Dönüşüm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887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C0D"/>
                </a:solidFill>
              </a:rPr>
              <a:t>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C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%600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10058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Takipçi Artışı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C0D"/>
                </a:solidFill>
              </a:rPr>
              <a:t>▲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490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C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500K+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7490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Erişim Artışı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C0D"/>
                </a:solidFill>
              </a:rPr>
              <a:t>▲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922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C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4.5X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64922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Satış Artışı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02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</a:rPr>
              <a:t>MARKAMIZ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795528"/>
            <a:ext cx="1371600" cy="0"/>
          </a:xfrm>
          <a:prstGeom prst="line">
            <a:avLst/>
          </a:prstGeom>
          <a:noFill/>
          <a:ln w="19050">
            <a:solidFill>
              <a:srgbClr val="C49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Seyyar Fıstıkçım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" cy="34747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Kategori: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Satış ve Pazarlama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A3C"/>
                </a:solidFill>
              </a:rPr>
              <a:t>IG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@seyyarfistikcim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978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A3C"/>
                </a:solidFill>
              </a:rPr>
              <a:t>YT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@seyyarfistikcim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C4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A3C"/>
                </a:solidFill>
              </a:rPr>
              <a:t>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Topluluk Odaklı Strateji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3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C49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A3C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Kaliteli İçerik Üretimi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49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C49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A3C"/>
                </a:solidFill>
              </a:rPr>
              <a:t>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Doğru Hedef Kitle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35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C49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A3C"/>
                </a:solidFill>
              </a:rPr>
              <a:t>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Maddi Kazanca Dönüşüm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887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3C"/>
                </a:solidFill>
              </a:rPr>
              <a:t>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%2600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10058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Takipçi Artışı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3C"/>
                </a:solidFill>
              </a:rPr>
              <a:t>▲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490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45MN+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7490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Erişim Artışı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3C"/>
                </a:solidFill>
              </a:rPr>
              <a:t>▲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922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8.5X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64922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Satış Artışı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02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</a:rPr>
              <a:t>MARKAMIZ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795528"/>
            <a:ext cx="137160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Esteline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Kategori: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Sağlık ve Güzellik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IG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@estelineestetik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Premium Müşteri Odaklı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63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Kaliteli İçerik Üretimi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Potansiyel Müşteri Kitlesi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35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Maddi Kazanca Dönüşüm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50"/>
                </a:solidFill>
              </a:rPr>
              <a:t>▲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%40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0058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Mesaj Artışı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50"/>
                </a:solidFill>
              </a:rPr>
              <a:t>▲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490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35K+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7490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Erişim Artışı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50"/>
                </a:solidFill>
              </a:rPr>
              <a:t>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4922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Satış Artışı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02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</a:rPr>
              <a:t>MARKAMIZ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795528"/>
            <a:ext cx="137160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Viking Tatto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" cy="3474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Kategori: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Tarz ve Dövme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</a:rPr>
              <a:t>IG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@vikingtattoomersin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Premium Müşteri Odaklı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63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Kaliteli İçerik Üretimi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Potansiyel Müşteri Kitlesi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35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Maddi Kazanca Dönüşüm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▲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%25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0058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Mesaj Artışı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▲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490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200K+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7490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Erişim Artışı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5X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4922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Satış Artışı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02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</a:rPr>
              <a:t>MARKAMIZ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795528"/>
            <a:ext cx="137160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Adana Kebap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" cy="3474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Kategori: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Sıcak Yemek Hizmetleri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IG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@01adanakebaptr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Kalıcı Müşteri Odaklı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63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Kaliteli İçerik Üretimi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Bölgesel Müşteri Kitlesi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35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Maddi Kazanca Dönüşüm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</a:rPr>
              <a:t>▲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%36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0058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Mesaj Artışı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</a:rPr>
              <a:t>▲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490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120K+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7490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Erişim Artışı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</a:rPr>
              <a:t>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8X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4922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Satış Artışı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02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</a:rPr>
              <a:t>MARKAMIZ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795528"/>
            <a:ext cx="137160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Üsküdar Kavurmacısı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" cy="3474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Kategori: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Sıcak Yemek Hizmetleri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IG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@uskudarkavurmacisi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Kalıcı Müşteri Odaklı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63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Kaliteli İçerik Üretimi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Bölgesel Müşteri Kitlesi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35240" y="2395728"/>
            <a:ext cx="411480" cy="4114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Maddi Kazanca Dönüşüm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</a:rPr>
              <a:t>▲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%20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0058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Mesaj Artışı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</a:rPr>
              <a:t>▲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490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600K+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7490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Erişim Artışı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</a:rPr>
              <a:t>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6X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49224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Satış Artışı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566160"/>
            <a:ext cx="0" cy="13716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SPION</a:t>
            </a:r>
            <a:pPr algn="ctr" indent="0" marL="0">
              <a:buNone/>
            </a:pPr>
            <a:r>
              <a:rPr lang="en-US" sz="1300" spc="300" kern="0" dirty="0">
                <a:solidFill>
                  <a:srgbClr val="CCCCCC"/>
                </a:solidFill>
              </a:rPr>
              <a:t>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40880" y="32004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4572000" cy="3657600"/>
          </a:xfrm>
          <a:prstGeom prst="ellipse">
            <a:avLst/>
          </a:prstGeom>
          <a:solidFill>
            <a:srgbClr val="201D10">
              <a:alpha val="80000"/>
            </a:srgbClr>
          </a:solidFill>
          <a:ln w="12700">
            <a:solidFill>
              <a:srgbClr val="1A1A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NEDEN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SPION MEDIA?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377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23774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 Marka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0358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Farklı sektörlerde kanıtlanmış başarı hikayeleri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2468880"/>
            <a:ext cx="2377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468880"/>
            <a:ext cx="23774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Gerçek Sonuçlar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0358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Takipçi, erişim ve satış artışı garantili stratejiler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468880"/>
            <a:ext cx="2377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468880"/>
            <a:ext cx="23774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Ölçülebilir Kazanç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0358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Reklam harcamanızı kâra dönüştürüyoruz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429768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31596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</a:rPr>
              <a:t>📞  +90 552 551 5184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888888"/>
                </a:solidFill>
              </a:rPr>
              <a:t>SPION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Spion Media - Referanslarımız</dc:title>
  <dc:subject>PptxGenJS Presentation</dc:subject>
  <dc:creator>PptxGenJS</dc:creator>
  <cp:lastModifiedBy>PptxGenJS</cp:lastModifiedBy>
  <cp:revision>1</cp:revision>
  <dcterms:created xsi:type="dcterms:W3CDTF">2026-05-02T17:11:52Z</dcterms:created>
  <dcterms:modified xsi:type="dcterms:W3CDTF">2026-05-02T17:11:52Z</dcterms:modified>
</cp:coreProperties>
</file>